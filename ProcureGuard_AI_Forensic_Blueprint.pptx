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9919CD-8EBE-4C71-B65D-C157AD43CD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9C94AA-94DB-4C1A-9D94-77A5F5787D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F1E5A-FDAB-493A-AC70-A26458BFCE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B8F94E-5451-46E1-BCB6-9D7837E04E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7172C-EBDB-4796-BF70-C299D9DC7B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54C2B-DF57-4222-9A4C-A3F45A4D63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0F1F5-B55F-4650-80E0-F7D127389E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2AD8A0-3DD9-4FD9-8184-864646EE0E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5B0C05-7E9D-43EA-8FE1-56617743DA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9D944F-A03B-474E-9FD0-BF7B566584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1ECD1-C1D9-4127-BD7A-933A130139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/>
          <p:cNvPicPr/>
          <p:nvPr/>
        </p:nvPicPr>
        <p:blipFill>
          <a:blip r:embed="rId2"/>
          <a:stretch/>
        </p:blipFill>
        <p:spPr>
          <a:xfrm>
            <a:off x="8458200" y="914400"/>
            <a:ext cx="7245720" cy="731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2026-08-26T10:20:29Z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